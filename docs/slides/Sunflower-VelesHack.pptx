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edium-bold.fntdata"/><Relationship Id="rId14" Type="http://schemas.openxmlformats.org/officeDocument/2006/relationships/font" Target="fonts/RobotoMedium-regular.fntdata"/><Relationship Id="rId17" Type="http://schemas.openxmlformats.org/officeDocument/2006/relationships/font" Target="fonts/RobotoMedium-boldItalic.fntdata"/><Relationship Id="rId16" Type="http://schemas.openxmlformats.org/officeDocument/2006/relationships/font" Target="fonts/Robo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9" Type="http://schemas.openxmlformats.org/officeDocument/2006/relationships/image" Target="../media/race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 lang="en"/>
              <a:t>Sunflower</a:t>
            </a:r>
            <a:endParaRPr/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Moves a running app to the computer with the cleanest power, without losing a request.</a:t>
            </a:r>
          </a:p>
          <a:p>
            <a:pPr indent="0" marL="0" lv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9D6EA"/>
                </a:solidFill>
                <a:latin typeface="Roboto"/>
                <a:ea typeface="Roboto"/>
                <a:cs typeface="Roboto"/>
                <a:sym typeface="Roboto"/>
              </a:rPr>
              <a:t>Challenge 3, ENACT: Kubernetes Dynamic Adaptation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GitHub repo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lvl="0" rtl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" sz="1400" b="1">
                <a:latin typeface="Roboto"/>
                <a:ea typeface="Roboto"/>
                <a:cs typeface="Roboto"/>
                <a:sym typeface="Roboto"/>
              </a:rPr>
              <a:t>GitHub repo: </a:t>
            </a:r>
            <a:r>
              <a:rPr lang="en" sz="1400" b="1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rPr>
              <a:t>github.com/kinnuworks/sunflower-enact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300"/>
              <a:buChar char="●"/>
            </a:pPr>
            <a:r>
              <a:rPr lang="en" sz="1300" b="1">
                <a:latin typeface="Roboto"/>
                <a:ea typeface="Roboto"/>
                <a:cs typeface="Roboto"/>
                <a:sym typeface="Roboto"/>
              </a:rPr>
              <a:t>Start with the README: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the result, the challenge checklist with a screenshot of every SDK step, and how to run it.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300"/>
              <a:buChar char="●"/>
            </a:pPr>
            <a:r>
              <a:rPr lang="en" sz="1300" b="1">
                <a:latin typeface="Roboto"/>
                <a:ea typeface="Roboto"/>
                <a:cs typeface="Roboto"/>
                <a:sym typeface="Roboto"/>
              </a:rPr>
              <a:t>A recorded run you can play in a browser: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docs/demo, drawn from the measured data, unedited.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300"/>
              <a:buChar char="●"/>
            </a:pPr>
            <a:r>
              <a:rPr lang="en" sz="1300" b="1">
                <a:latin typeface="Roboto"/>
                <a:ea typeface="Roboto"/>
                <a:cs typeface="Roboto"/>
                <a:sym typeface="Roboto"/>
              </a:rPr>
              <a:t>The raw results: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evidence/ holds the file behind every number we quote.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300"/>
              <a:buChar char="●"/>
            </a:pPr>
            <a:r>
              <a:rPr lang="en" sz="1300" b="1">
                <a:latin typeface="Roboto"/>
                <a:ea typeface="Roboto"/>
                <a:cs typeface="Roboto"/>
                <a:sym typeface="Roboto"/>
              </a:rPr>
              <a:t>What we are giving back to ENACT: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docs/field-report.md, 45 findings, each with the fix we used.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Licence: Apache-2.0</a:t>
            </a: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383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300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ENACT’s policy operator names the best machine for an app and keeps that answer current as the grid changes.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300"/>
              <a:buChar char="●"/>
            </a:pPr>
            <a:r>
              <a:rPr lang="en" sz="1300" b="1">
                <a:latin typeface="Roboto"/>
                <a:ea typeface="Roboto"/>
                <a:cs typeface="Roboto"/>
                <a:sym typeface="Roboto"/>
              </a:rPr>
              <a:t>After deploy day the app does not follow.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The SDK pins it once, so when its machine’s power turns dirty, GreenCharge stays there, below its own 60% rule.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300"/>
              <a:buChar char="●"/>
            </a:pPr>
            <a:r>
              <a:rPr lang="en" sz="1300" b="1">
                <a:latin typeface="Roboto"/>
                <a:ea typeface="Roboto"/>
                <a:cs typeface="Roboto"/>
                <a:sym typeface="Roboto"/>
              </a:rPr>
              <a:t>Sunflower is a small controller that reads ENACT’s choice and moves the app to it,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once the change has lasted, without losing a request.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We completed all five items of the challenge checklist in the ENACT SDK, dataspace included, then built Sunflower on top.</a:t>
            </a:r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1" name="Race screen" descr="Two copies of GreenCharge over one replayed day of grid data: the standard build stays on Machine A, the copy with Sunflower moves to Machine B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2000" y="1235000"/>
            <a:ext cx="4480000" cy="2488888"/>
          </a:xfrm>
          <a:prstGeom prst="rect">
            <a:avLst/>
          </a:prstGeom>
          <a:ln w="9525">
            <a:solidFill>
              <a:srgbClr val="2A2017"/>
            </a:solidFill>
          </a:ln>
        </p:spPr>
      </p:pic>
      <p:sp>
        <p:nvSpPr>
          <p:cNvPr id="202" name="Caption"/>
          <p:cNvSpPr txBox="1"/>
          <p:nvPr/>
        </p:nvSpPr>
        <p:spPr>
          <a:xfrm>
            <a:off x="4352000" y="3793888"/>
            <a:ext cx="448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marL="0" lv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One real run on the challenge cluster. Left: the standard build, 6 hours on dirty power at real speed. Right: with Sunflower, about 24 seconds. Each was sent 507 requests and lost none.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66" name="Google Shape;66;h2296137532f5afa_0_6"/>
          <p:cNvSpPr txBox="1"/>
          <p:nvPr>
            <p:ph idx="1" type="body"/>
          </p:nvPr>
        </p:nvSpPr>
        <p:spPr>
          <a:xfrm>
            <a:off x="311700" y="2560000"/>
            <a:ext cx="8520600" cy="20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ts val="1300"/>
              <a:buChar char="●"/>
            </a:pP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How we get 6 hours against 24 seconds: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our replay runs the day 450 times faster and shows 48 s against 12 s. The standard build’s 48 s are the whole dirty stretch, which is 6 hours at real speed. Sunflower’s 12 s are a wait and a 3.5 s move that do not stretch with the day: with its default 20 s wait, about 24 seconds.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ts val="1300"/>
              <a:buChar char="●"/>
            </a:pP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Checklist done in the ENACT SDK: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dataspace feed, policy model, Application Controller extension (14 tests), policy, packaging, deployment and monitoring, plus one step with the SDK’s assistant. The repo has a screenshot of every step.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ts val="1300"/>
              <a:buChar char="●"/>
            </a:pP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ENACT stays in charge: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Sunflower reads the policy’s chosen machine and has no ranking of its own. It waits out short dips, ignores near-ties, limits how often it moves, and undoes a move that fails.</a:t>
            </a:r>
          </a:p>
          <a:p>
            <a:pPr indent="-285750" marL="342900" lv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What we do not claim: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carbon saved. This cluster reports energy as a model estimate, so we report time on dirty power, which we measured.</a:t>
            </a:r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Stat 1"/>
          <p:cNvSpPr txBox="1"/>
          <p:nvPr/>
        </p:nvSpPr>
        <p:spPr>
          <a:xfrm>
            <a:off x="311700" y="1180000"/>
            <a:ext cx="270000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marL="0" lv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</a:p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rgbClr val="2A2017"/>
                </a:solidFill>
                <a:latin typeface="Roboto"/>
                <a:ea typeface="Roboto"/>
                <a:cs typeface="Roboto"/>
                <a:sym typeface="Roboto"/>
              </a:rPr>
              <a:t>requests lost</a:t>
            </a:r>
          </a:p>
          <a:p>
            <a:pPr indent="0" marL="0" lv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across 30 moves in a row, 1,777 requests, on the challenge cluster</a:t>
            </a:r>
          </a:p>
        </p:txBody>
      </p:sp>
      <p:sp>
        <p:nvSpPr>
          <p:cNvPr id="211" name="Stat 2"/>
          <p:cNvSpPr txBox="1"/>
          <p:nvPr/>
        </p:nvSpPr>
        <p:spPr>
          <a:xfrm>
            <a:off x="3222000" y="1180000"/>
            <a:ext cx="270000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marL="0" lv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rPr>
              <a:t>6 h → 24 s</a:t>
            </a:r>
          </a:p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rgbClr val="2A2017"/>
                </a:solidFill>
                <a:latin typeface="Roboto"/>
                <a:ea typeface="Roboto"/>
                <a:cs typeface="Roboto"/>
                <a:sym typeface="Roboto"/>
              </a:rPr>
              <a:t>on dirty power, at real speed</a:t>
            </a:r>
          </a:p>
          <a:p>
            <a:pPr indent="0" marL="0" lv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standard build against Sunflower, over a real day of British grid data</a:t>
            </a:r>
          </a:p>
        </p:txBody>
      </p:sp>
      <p:sp>
        <p:nvSpPr>
          <p:cNvPr id="212" name="Stat 3"/>
          <p:cNvSpPr txBox="1"/>
          <p:nvPr/>
        </p:nvSpPr>
        <p:spPr>
          <a:xfrm>
            <a:off x="6132300" y="1180000"/>
            <a:ext cx="270000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marL="0" lv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</a:p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rgbClr val="2A2017"/>
                </a:solidFill>
                <a:latin typeface="Roboto"/>
                <a:ea typeface="Roboto"/>
                <a:cs typeface="Roboto"/>
                <a:sym typeface="Roboto"/>
              </a:rPr>
              <a:t>findings given back</a:t>
            </a:r>
          </a:p>
          <a:p>
            <a:pPr indent="0" marL="0" lv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problems we hit in ENACT, each written up with the fix we 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