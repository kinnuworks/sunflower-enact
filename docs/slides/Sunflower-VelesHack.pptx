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I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I am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45 findings, each with the fix I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I completed all five items of the challenge checklist in the ENACT SDK, dataspace included,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6 hours on dirty power at real speed. Right: with Sunflower, about 24 seconds.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How I get 6 hours against 24 seconds: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my replay runs the day 450 times faster and shows 48 s against 12 s. The standard build’s 48 s are the whole dirty stretch, which is 6 hours at real speed. Sunflower’s 12 s are a wait and a 3.5 s move that do not stretch with the day: with its default 20 s wait, about 24 seconds.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dataspace feed, 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What I do not claim: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carbon saved. This cluster reports energy as a model estimate, so I report time on dirty power, which I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6 h → 24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power, at real speed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45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I hit in ENACT, each written up with the fix I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