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45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completed all five items of the challenge checklist in the ENACT SDK, dataspace included,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6 hours on dirty power at real speed. Right: with Sunflower, about 24 seconds.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How we get 6 hours against 24 seconds: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our replay runs the day 450 times faster and shows 48 s against 12 s. The standard build’s 48 s are the whole dirty stretch, which is 6 hours at real speed. Sunflower’s 12 s are a wait and a 3.5 s move that do not stretch with the day: with its default 20 s wait, about 24 seconds.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dataspace feed, 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What we do not claim: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carbon saved. This cluster reports energy as a model estimate, so we report time on dirty power,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6 h → 24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power, at real speed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standard build against Sunflower, over a real day of British grid data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45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we hit in ENACT,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