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Roboto"/>
      <p:regular r:id="rId10"/>
      <p:bold r:id="rId11"/>
      <p:italic r:id="rId12"/>
      <p:boldItalic r:id="rId13"/>
    </p:embeddedFont>
    <p:embeddedFont>
      <p:font typeface="Robo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8" roundtripDataSignature="AMtx7mjpBOD1wnFu5Ox5hv3wUcSwmDxw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Roboto-bold.fntdata"/><Relationship Id="rId10" Type="http://schemas.openxmlformats.org/officeDocument/2006/relationships/font" Target="fonts/Roboto-regular.fntdata"/><Relationship Id="rId13" Type="http://schemas.openxmlformats.org/officeDocument/2006/relationships/font" Target="fonts/Roboto-boldItalic.fntdata"/><Relationship Id="rId12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Medium-bold.fntdata"/><Relationship Id="rId14" Type="http://schemas.openxmlformats.org/officeDocument/2006/relationships/font" Target="fonts/RobotoMedium-regular.fntdata"/><Relationship Id="rId17" Type="http://schemas.openxmlformats.org/officeDocument/2006/relationships/font" Target="fonts/RobotoMedium-boldItalic.fntdata"/><Relationship Id="rId16" Type="http://schemas.openxmlformats.org/officeDocument/2006/relationships/font" Target="fonts/Roboto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2296137532f5a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h2296137532f5a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2296137532f5af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h2296137532f5af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6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6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  <a:defRPr sz="25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9pPr>
          </a:lstStyle>
          <a:p/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95858" y="4726170"/>
            <a:ext cx="1407814" cy="312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i="0" sz="2400" u="none" cap="none" strike="noStrike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" name="Google Shape;18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7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8"/>
          <p:cNvPicPr preferRelativeResize="0"/>
          <p:nvPr/>
        </p:nvPicPr>
        <p:blipFill rotWithShape="1">
          <a:blip r:embed="rId2">
            <a:alphaModFix amt="11000"/>
          </a:blip>
          <a:srcRect b="0" l="0" r="0" t="0"/>
          <a:stretch/>
        </p:blipFill>
        <p:spPr>
          <a:xfrm rot="-5400000">
            <a:off x="2158615" y="-2137275"/>
            <a:ext cx="86897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8"/>
          <p:cNvPicPr preferRelativeResize="0"/>
          <p:nvPr/>
        </p:nvPicPr>
        <p:blipFill rotWithShape="1">
          <a:blip r:embed="rId2">
            <a:alphaModFix amt="11000"/>
          </a:blip>
          <a:srcRect b="4935" l="0" r="0" t="17694"/>
          <a:stretch/>
        </p:blipFill>
        <p:spPr>
          <a:xfrm rot="-5400000">
            <a:off x="6719951" y="-1555100"/>
            <a:ext cx="868950" cy="39791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8"/>
          <p:cNvSpPr/>
          <p:nvPr/>
        </p:nvSpPr>
        <p:spPr>
          <a:xfrm rot="5400000">
            <a:off x="4113300" y="-4111500"/>
            <a:ext cx="917400" cy="91404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346A"/>
              </a:buClr>
              <a:buSzPts val="2400"/>
              <a:buFont typeface="Roboto"/>
              <a:buNone/>
              <a:defRPr b="1" sz="2400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30" name="Google Shape;30;p8"/>
          <p:cNvPicPr preferRelativeResize="0"/>
          <p:nvPr/>
        </p:nvPicPr>
        <p:blipFill rotWithShape="1">
          <a:blip r:embed="rId3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3" name="Google Shape;3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/>
          <p:nvPr>
            <p:ph type="title"/>
          </p:nvPr>
        </p:nvSpPr>
        <p:spPr>
          <a:xfrm>
            <a:off x="0" y="2220966"/>
            <a:ext cx="9142200" cy="1243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b="0"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9" Type="http://schemas.openxmlformats.org/officeDocument/2006/relationships/image" Target="../media/race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en"/>
              <a:t>Sunflower</a:t>
            </a:r>
            <a:endParaRPr/>
          </a:p>
        </p:txBody>
      </p:sp>
      <p:sp>
        <p:nvSpPr>
          <p:cNvPr id="46" name="Google Shape;46;p1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</a:pPr>
            <a:r>
              <a:rPr lang="en" sz="1500">
                <a:latin typeface="Roboto"/>
                <a:ea typeface="Roboto"/>
                <a:cs typeface="Roboto"/>
                <a:sym typeface="Roboto"/>
              </a:rPr>
              <a:t>GreenCharge tells drivers where the clean power is. Sunflower makes GreenCharge go there itself.</a:t>
            </a:r>
          </a:p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9D6EA"/>
                </a:solidFill>
                <a:latin typeface="Roboto"/>
                <a:ea typeface="Roboto"/>
                <a:cs typeface="Roboto"/>
                <a:sym typeface="Roboto"/>
              </a:rPr>
              <a:t>Challenge 3 · ENACT, Kubernetes Dynamic Adaptation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GitHub repo</a:t>
            </a:r>
            <a:endParaRPr/>
          </a:p>
        </p:txBody>
      </p:sp>
      <p:sp>
        <p:nvSpPr>
          <p:cNvPr id="52" name="Google Shape;52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" sz="1400" b="1">
                <a:latin typeface="Roboto"/>
                <a:ea typeface="Roboto"/>
                <a:cs typeface="Roboto"/>
                <a:sym typeface="Roboto"/>
              </a:rPr>
              <a:t>GitHub repo: </a:t>
            </a:r>
            <a:r>
              <a:rPr lang="en" sz="14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github.com/kinnuworks/sunflower-enact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Start with the README: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result, the challenge checklist with a screenshot of every SDK step, and how to run it.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 recorded run you can play in a browser: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docs/demo. It is the measured data, unedited.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Everything measured is in the repo: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evidence/ holds the raw result files behind every number we quote.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What we are giving back to ENACT: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docs/field-report.md, 39 findings, each with the fix we used.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Licence: Apache-2.0</a:t>
            </a:r>
          </a:p>
        </p:txBody>
      </p:sp>
      <p:sp>
        <p:nvSpPr>
          <p:cNvPr id="53" name="Google Shape;53;p2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2500"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8108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2296137532f5afa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9" name="Google Shape;59;h2296137532f5afa_0_0"/>
          <p:cNvSpPr txBox="1"/>
          <p:nvPr>
            <p:ph idx="1" type="body"/>
          </p:nvPr>
        </p:nvSpPr>
        <p:spPr>
          <a:xfrm>
            <a:off x="311700" y="1152475"/>
            <a:ext cx="3830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ENACT’s policy operator names the best machine for an app, and keeps that answer current as the grid changes.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Nothing acts on the answer after deploy day.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SDK pins the app once. When its machine’s power turns dirty, GreenCharge stays there, breaking its own green rule.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Sunflower is a small controller that carries out ENACT’s choice.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It moves the app when the choice changes and the change lasts, without losing a request. It never chooses a machine itself.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We did the challenge checklist through the ENACT SDK, then built Sunflower on top of it.</a:t>
            </a:r>
          </a:p>
        </p:txBody>
      </p:sp>
      <p:sp>
        <p:nvSpPr>
          <p:cNvPr id="60" name="Google Shape;60;h2296137532f5afa_0_0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1" name="Race screen" descr="Two copies of GreenCharge over one replayed day of grid data: the standard build stays put, the copy with Sunflower moves.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2000" y="1235000"/>
            <a:ext cx="4480000" cy="2507555"/>
          </a:xfrm>
          <a:prstGeom prst="rect">
            <a:avLst/>
          </a:prstGeom>
          <a:ln w="9525">
            <a:solidFill>
              <a:srgbClr val="2A2017"/>
            </a:solidFill>
          </a:ln>
        </p:spPr>
      </p:pic>
      <p:sp>
        <p:nvSpPr>
          <p:cNvPr id="202" name="Caption"/>
          <p:cNvSpPr txBox="1"/>
          <p:nvPr/>
        </p:nvSpPr>
        <p:spPr>
          <a:xfrm>
            <a:off x="4352000" y="3812555"/>
            <a:ext cx="448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One real run on the challenge cluster. Each stitch is a request, coloured by the machine that answered. Top lane: standard build. Bottom lane: with Sunflower.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296137532f5afa_0_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Highlights</a:t>
            </a:r>
            <a:endParaRPr/>
          </a:p>
        </p:txBody>
      </p:sp>
      <p:sp>
        <p:nvSpPr>
          <p:cNvPr id="66" name="Google Shape;66;h2296137532f5afa_0_6"/>
          <p:cNvSpPr txBox="1"/>
          <p:nvPr>
            <p:ph idx="1" type="body"/>
          </p:nvPr>
        </p:nvSpPr>
        <p:spPr>
          <a:xfrm>
            <a:off x="311700" y="2700000"/>
            <a:ext cx="8520600" cy="1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Checklist done through the ENACT SDK: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policy model, Application Controller extension (14 tests), policy, packaging, deployment and monitoring, plus one step with the AI assistant. Screenshot of every step in the repo.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Sunflower follows, it does not decide: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one annotation opts an app in. It waits out short dips, ignores near-ties, limits how often it moves, and undoes a move that fails.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Honest about what is open: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the dataspace step is waiting on connector details from the mentors, and we make no carbon-saving claim, only time out of policy, which we measured.</a:t>
            </a:r>
          </a:p>
        </p:txBody>
      </p:sp>
      <p:sp>
        <p:nvSpPr>
          <p:cNvPr id="67" name="Google Shape;67;h2296137532f5afa_0_6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0" name="Stat 1"/>
          <p:cNvSpPr txBox="1"/>
          <p:nvPr/>
        </p:nvSpPr>
        <p:spPr>
          <a:xfrm>
            <a:off x="3117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requests lost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across 30 moves in a row, 2,632 requests, on the challenge cluster</a:t>
            </a:r>
          </a:p>
        </p:txBody>
      </p:sp>
      <p:sp>
        <p:nvSpPr>
          <p:cNvPr id="211" name="Stat 2"/>
          <p:cNvSpPr txBox="1"/>
          <p:nvPr/>
        </p:nvSpPr>
        <p:spPr>
          <a:xfrm>
            <a:off x="32220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48 → 13 s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breaking its green rule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standard build against Sunflower, over a real day of British grid data</a:t>
            </a:r>
          </a:p>
        </p:txBody>
      </p:sp>
      <p:sp>
        <p:nvSpPr>
          <p:cNvPr id="212" name="Stat 3"/>
          <p:cNvSpPr txBox="1"/>
          <p:nvPr/>
        </p:nvSpPr>
        <p:spPr>
          <a:xfrm>
            <a:off x="61323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39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findings given back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ENACT rough edges we hit, each written up with the fix we used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Anastasios Zafeiropoulos</dc:creator>
</cp:coreProperties>
</file>