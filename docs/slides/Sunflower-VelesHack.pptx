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Moves a running app to the computer with the cleanest power, without losing a request.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3, ENACT: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docs/demo, drawn from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The raw results: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file behind every number we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we are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39 findings, each with the fix we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After deploy day the app does not follow.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it once, so when its machine’s power turns dirty, GreenCharge stays there, below its own 60%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reads ENACT’s choice and moves the app to it,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once the change has lasted, without losing a request.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We completed the challenge checklist in the ENACT SDK first, then built Sunflower on top.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on Machine A, the copy with Sunflower moves to Machine B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488888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793888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Left: the standard build, 48 s on dirty power. Right: with Sunflower, 12 s. Each was sent 507 requests and lost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700000"/>
            <a:ext cx="8520600" cy="1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in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policy model, Application Controller extension (14 tests), policy, packaging, deployment and monitoring, plus one step with the SDK’s assistant. The repo has a screenshot of every step.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ENACT stays in charge: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Sunflower reads the policy’s chosen machine and has no ranking of its own. It waits out short dips, ignores near-ties, limits how often it moves, and undoes a move that fails.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Still open: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the dataspace step, which needs connector details we have asked the mentors for. We make no carbon-saving claim. We report time on dirty power, which we measured.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1,777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48 → 12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on dirty power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standard build against Sunflower, over a real day of British grid data: 6 hours against 1.5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39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problems we hit in ENACT, each written up with the fix we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