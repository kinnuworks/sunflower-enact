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44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all five items of the challenge checklist in the ENACT SDK, dataspace included,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48 s on dirty power. Right: with Sunflower, 12 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Where the 12 s go: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8 s is a deliberate wait to be sure the drop is real, and 3.5 s is the move. Neither stretches with the day, so at real speed (default wait 20 s) Sunflower is on dirty power for about 24 seconds while the standard build sits through 6 hours.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dataspace feed, 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What we do not claim: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carbon saved. This cluster reports energy as a model estimate, so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12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in the replay. At real speed: 6 hours for the standard build, about 24 seconds with Sunflower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44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